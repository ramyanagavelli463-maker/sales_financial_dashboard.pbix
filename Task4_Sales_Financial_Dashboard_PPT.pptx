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Task 4 – Sales &amp; Financial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88036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Data Analyst Internship</a:t>
            </a:r>
            <a:br/>
            <a:r>
              <a:t>Interactive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Design an interactive dashboard for business stakeholders.</a:t>
            </a:r>
          </a:p>
          <a:p>
            <a:pPr>
              <a:spcAft>
                <a:spcPts val="1200"/>
              </a:spcAft>
              <a:defRPr sz="2000"/>
            </a:pPr>
            <a:r>
              <a:t>Present important sales KPIs in a simple visual format.</a:t>
            </a:r>
          </a:p>
          <a:p>
            <a:pPr>
              <a:spcAft>
                <a:spcPts val="1200"/>
              </a:spcAft>
              <a:defRPr sz="2000"/>
            </a:pPr>
            <a:r>
              <a:t>Analyse sales by product category and region.</a:t>
            </a:r>
          </a:p>
          <a:p>
            <a:pPr>
              <a:spcAft>
                <a:spcPts val="1200"/>
              </a:spcAft>
              <a:defRPr sz="2000"/>
            </a:pPr>
            <a:r>
              <a:t>Show sales trends over time.</a:t>
            </a:r>
          </a:p>
          <a:p>
            <a:pPr>
              <a:spcAft>
                <a:spcPts val="1200"/>
              </a:spcAft>
              <a:defRPr sz="2000"/>
            </a:pPr>
            <a:r>
              <a:t>Use slicers to make the dashboard interactive.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&amp; Dashboard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Dataset: Sales data in CSV format.</a:t>
            </a:r>
          </a:p>
          <a:p>
            <a:pPr>
              <a:spcAft>
                <a:spcPts val="1200"/>
              </a:spcAft>
              <a:defRPr sz="1900"/>
            </a:pPr>
            <a:r>
              <a:t>Important fields include Sale Date, Sales Amount, Quantity Sold, Product Category, Region and Sales Channel.</a:t>
            </a:r>
          </a:p>
          <a:p>
            <a:pPr>
              <a:spcAft>
                <a:spcPts val="1200"/>
              </a:spcAft>
              <a:defRPr sz="1900"/>
            </a:pPr>
            <a:r>
              <a:t>KPIs: Total Sales, Average Sales, Total Quantity and Total Transactions.</a:t>
            </a:r>
          </a:p>
          <a:p>
            <a:pPr>
              <a:spcAft>
                <a:spcPts val="1200"/>
              </a:spcAft>
              <a:defRPr sz="1900"/>
            </a:pPr>
            <a:r>
              <a:t>Charts: Sales by Product Category, Sales by Region and Sales Trend Over Time.</a:t>
            </a:r>
          </a:p>
          <a:p>
            <a:pPr>
              <a:spcAft>
                <a:spcPts val="1200"/>
              </a:spcAft>
              <a:defRPr sz="1900"/>
            </a:pPr>
            <a:r>
              <a:t>Slicers: Sales Channel, Product Category and Region.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 – Full View</a:t>
            </a:r>
          </a:p>
        </p:txBody>
      </p:sp>
      <p:pic>
        <p:nvPicPr>
          <p:cNvPr id="3" name="Picture 2" descr="image-1791298340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27" y="1097280"/>
            <a:ext cx="6949440" cy="5212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Dashboard Features &amp; Interactivity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KPI cards provide a quick summary of sales performance.</a:t>
            </a:r>
          </a:p>
          <a:p>
            <a:pPr>
              <a:spcAft>
                <a:spcPts val="1200"/>
              </a:spcAft>
              <a:defRPr sz="1900"/>
            </a:pPr>
            <a:r>
              <a:t>Sales by Product Category compares performance across categories.</a:t>
            </a:r>
          </a:p>
          <a:p>
            <a:pPr>
              <a:spcAft>
                <a:spcPts val="1200"/>
              </a:spcAft>
              <a:defRPr sz="1900"/>
            </a:pPr>
            <a:r>
              <a:t>Sales by Region compares sales performance across regions.</a:t>
            </a:r>
          </a:p>
          <a:p>
            <a:pPr>
              <a:spcAft>
                <a:spcPts val="1200"/>
              </a:spcAft>
              <a:defRPr sz="1900"/>
            </a:pPr>
            <a:r>
              <a:t>Sales Trend Over Time supports time-series analysis.</a:t>
            </a:r>
          </a:p>
          <a:p>
            <a:pPr>
              <a:spcAft>
                <a:spcPts val="1200"/>
              </a:spcAft>
              <a:defRPr sz="1900"/>
            </a:pPr>
            <a:r>
              <a:t>Sales Channel, Product Category and Region slicers allow interactive filtering.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Power BI dashboard provides an interactive view of sales performance.</a:t>
            </a:r>
          </a:p>
          <a:p>
            <a:pPr>
              <a:spcAft>
                <a:spcPts val="1200"/>
              </a:spcAft>
              <a:defRPr sz="2000"/>
            </a:pPr>
            <a:r>
              <a:t>KPI cards give stakeholders a quick summary of important measures.</a:t>
            </a:r>
          </a:p>
          <a:p>
            <a:pPr>
              <a:spcAft>
                <a:spcPts val="1200"/>
              </a:spcAft>
              <a:defRPr sz="2000"/>
            </a:pPr>
            <a:r>
              <a:t>Charts help compare categories and regions and understand sales trends.</a:t>
            </a:r>
          </a:p>
          <a:p>
            <a:pPr>
              <a:spcAft>
                <a:spcPts val="1200"/>
              </a:spcAft>
              <a:defRPr sz="2000"/>
            </a:pPr>
            <a:r>
              <a:t>Slicers allow users to explore the data from different perspectives.</a:t>
            </a:r>
          </a:p>
          <a:p>
            <a:pPr>
              <a:spcAft>
                <a:spcPts val="1200"/>
              </a:spcAft>
              <a:defRPr sz="2000"/>
            </a:pPr>
            <a:r>
              <a:t>The dashboard supports data-driven business decision-making.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Task 4 – Sales &amp; Financial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